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640080"/>
            <a:ext cx="6217920" cy="25603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1">
                <a:solidFill>
                  <a:srgbClr val="30E2C6"/>
                </a:solidFill>
                <a:latin typeface="Aptos"/>
              </a:defRPr>
            </a:pPr>
            <a:r>
              <a:t>HACKATHON PROJECT  • 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6675120" cy="1463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3100" b="1">
                <a:solidFill>
                  <a:srgbClr val="F5F8FF"/>
                </a:solidFill>
                <a:latin typeface="Aptos"/>
              </a:defRPr>
            </a:pPr>
            <a:r>
              <a:t>INTER-PROCESS CHAT</a:t>
            </a:r>
            <a:br/>
            <a:r>
              <a:t>APPLICATION USING IPC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5852160" cy="5943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800" b="0">
                <a:solidFill>
                  <a:srgbClr val="AFBCD3"/>
                </a:solidFill>
                <a:latin typeface="Aptos"/>
              </a:defRPr>
            </a:pPr>
            <a:r>
              <a:t>Two independent processes.</a:t>
            </a:r>
            <a:br/>
            <a:r>
              <a:t>One seamless 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160520"/>
            <a:ext cx="530352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4288536"/>
            <a:ext cx="50292" cy="841247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270248"/>
            <a:ext cx="49743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A476FF"/>
                </a:solidFill>
                <a:latin typeface="Aptos"/>
              </a:defRPr>
            </a:pPr>
            <a:r>
              <a:rPr sz="1500"/>
              <a:t>TEAM G-10</a:t>
            </a:r>
          </a:p>
          <a:p>
            <a:r>
              <a:rPr sz="1500"/>
              <a:t>T. Meghana Sai — 2520030245</a:t>
            </a:r>
          </a:p>
          <a:p>
            <a:r>
              <a:rPr sz="1500"/>
              <a:t>K. Akshitha Reddy — 2520030233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417320"/>
            <a:ext cx="2971800" cy="114300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1545336"/>
            <a:ext cx="50292" cy="88696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1527048"/>
            <a:ext cx="26426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PROCESS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892808"/>
            <a:ext cx="2642616" cy="58521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User 1 • Sends messages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160520"/>
            <a:ext cx="2971800" cy="114300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62088" y="4288536"/>
            <a:ext cx="50292" cy="88696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4270248"/>
            <a:ext cx="26426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A476FF"/>
                </a:solidFill>
                <a:latin typeface="Aptos"/>
              </a:defRPr>
            </a:pPr>
            <a:r>
              <a:t>PROCESS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636008"/>
            <a:ext cx="2642616" cy="58521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User 2 • Receives and replies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92440" y="2852928"/>
            <a:ext cx="1920240" cy="0"/>
          </a:xfrm>
          <a:prstGeom prst="line">
            <a:avLst/>
          </a:prstGeom>
          <a:ln w="31750">
            <a:solidFill>
              <a:srgbClr val="30E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92440" y="3429000"/>
            <a:ext cx="1920240" cy="0"/>
          </a:xfrm>
          <a:prstGeom prst="line">
            <a:avLst/>
          </a:prstGeom>
          <a:ln w="31750">
            <a:solidFill>
              <a:srgbClr val="A4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79" y="2578608"/>
            <a:ext cx="3200400" cy="22860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000" b="1">
                <a:solidFill>
                  <a:srgbClr val="FFCA70"/>
                </a:solidFill>
                <a:latin typeface="Aptos"/>
              </a:defRPr>
            </a:pPr>
            <a:r>
              <a:t>FIFO A →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657600"/>
            <a:ext cx="3200400" cy="22860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000" b="1">
                <a:solidFill>
                  <a:srgbClr val="FFCA70"/>
                </a:solidFill>
                <a:latin typeface="Aptos"/>
              </a:defRPr>
            </a:pPr>
            <a:r>
              <a:t>FIFO B →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6263640"/>
            <a:ext cx="7315200" cy="22860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0">
                <a:solidFill>
                  <a:srgbClr val="AFBCD3"/>
                </a:solidFill>
                <a:latin typeface="Aptos"/>
              </a:defRPr>
            </a:pPr>
            <a:r>
              <a:t>LINUX / UBUNTU  •  C PROGRAMMING  •  NAMED PIPES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241280" cy="7315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  <a:latin typeface="Aptos"/>
              </a:defRPr>
            </a:pPr>
            <a:r>
              <a:t>This project demonstrates how two separate processes can exchange text messages using an Operating System IPC mechanism.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324612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968" y="2642616"/>
            <a:ext cx="50292" cy="125272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624328"/>
            <a:ext cx="29169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90088"/>
            <a:ext cx="291693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Independent processes have separate memory spaces and need a communication mechanism. This project demonstrates FIFO-based terminal chat and a separate browser-to-C-backend message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514600"/>
            <a:ext cx="324612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98848" y="2642616"/>
            <a:ext cx="50292" cy="125272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2624328"/>
            <a:ext cx="29169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A476FF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90088"/>
            <a:ext cx="291693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Use two named pipes (FIFOs), one for each direction of terminal chat. A separate web UI sends messages to a C HTTP backend.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514600"/>
            <a:ext cx="324612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10727" y="2642616"/>
            <a:ext cx="50292" cy="125272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2624328"/>
            <a:ext cx="29169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FFCA70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990088"/>
            <a:ext cx="291693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A local terminal chat where both sides exchange messages, plus a web interface whose submitted messages appear in the backend terminal.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241280" cy="68580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600" b="0">
                <a:solidFill>
                  <a:srgbClr val="AFBCD3"/>
                </a:solidFill>
                <a:latin typeface="Aptos"/>
              </a:defRPr>
            </a:pPr>
            <a:r>
              <a:t>The focus is to demonstrate IPC practically—not to build an internet messaging platform.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6921500"/>
            <a:ext cx="8001000" cy="889000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5A82"/>
                </a:solidFill>
              </a:defRPr>
            </a:pPr>
            <a:r>
              <a:t>ADDITIONAL WEB PATH</a:t>
            </a:r>
          </a:p>
          <a:p>
            <a:pPr>
              <a:spcAft>
                <a:spcPts val="400"/>
              </a:spcAft>
              <a:defRPr sz="1200" b="0">
                <a:solidFill>
                  <a:srgbClr val="1E5A82"/>
                </a:solidFill>
              </a:defRPr>
            </a:pPr>
            <a:r>
              <a:t>Browser UI (HTML/CSS/JavaScript) → C HTTP backend (libmicrohttpd) → backend terminal output. This is separate from the FIFO terminal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02 /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241280" cy="114300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2300" b="1">
                <a:solidFill>
                  <a:srgbClr val="F5F8FF"/>
                </a:solidFill>
                <a:latin typeface="Aptos"/>
              </a:defRPr>
            </a:pPr>
            <a:r>
              <a:t>Develop a two-way communication application in which independent processes exchange messages using IPC mechanisms.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241280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The solution should support: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511296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3383280"/>
            <a:ext cx="9857232" cy="493775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Sending a message from Process A to Process B.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041648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913632"/>
            <a:ext cx="9857232" cy="493775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Sending a reply from Process B back to Process A.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572000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4443984"/>
            <a:ext cx="9857232" cy="493775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Displaying received messages clearly to the user.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102351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4974336"/>
            <a:ext cx="9857232" cy="493775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Ending the chat safely and releasing used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03 /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Why Is This Project Important?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087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6968" y="1636776"/>
            <a:ext cx="50292" cy="116128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OPERATING SYSTEMS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842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Shows how an OS helps separate processes communicate without sharing ordinary variables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1636776"/>
            <a:ext cx="50292" cy="116128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A476FF"/>
                </a:solidFill>
                <a:latin typeface="Aptos"/>
              </a:defRPr>
            </a:pPr>
            <a:r>
              <a:t>PRACTICAL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Connects classroom theory with real system calls, file descriptors, process creation, and input/output.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375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968" y="3465576"/>
            <a:ext cx="50292" cy="116128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4472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FFCA70"/>
                </a:solidFill>
                <a:latin typeface="Aptos"/>
              </a:defRPr>
            </a:pPr>
            <a:r>
              <a:t>REAL-WORLD CONNECTION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130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Many applications use IPC internally for communication between components or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375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3465576"/>
            <a:ext cx="50292" cy="116128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4472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59E2A0"/>
                </a:solidFill>
                <a:latin typeface="Aptos"/>
              </a:defRPr>
            </a:pPr>
            <a:r>
              <a:t>LEARNING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130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The team learns communication flow, blocking behaviour, error handling, and clean shutdown.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04 /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05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545336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1417320"/>
            <a:ext cx="10040111" cy="6217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Understand the meaning and purpose of Inter-Process Communication.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203704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075688"/>
            <a:ext cx="10040111" cy="6217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Create two independent processes that behave like two chat users.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862072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2734056"/>
            <a:ext cx="10040111" cy="6217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Implement message transfer in both directions using named pipes.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520440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392424"/>
            <a:ext cx="10040111" cy="6217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Use Linux system calls and file descriptors for input/output.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178807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050791"/>
            <a:ext cx="10040111" cy="6217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Validate delivery, reply flow, and the exit command.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837175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4709159"/>
            <a:ext cx="10040111" cy="6217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Document the source code, setup steps, testing, and observed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05 / CORE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What Is IPC?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241280" cy="64008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IPC stands for Inter-Process Communication. It is a set of mechanisms that lets processes exchange information or coordinate their activities.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3429000" cy="12344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" y="2459736"/>
            <a:ext cx="50292" cy="97840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44144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30E2C6"/>
                </a:solidFill>
                <a:latin typeface="Aptos"/>
              </a:defRPr>
            </a:pPr>
            <a:r>
              <a:t>UNNAMED PIPE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07208"/>
            <a:ext cx="3099816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A byte stream often used between related processes.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331720"/>
            <a:ext cx="3429000" cy="12344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90288" y="2459736"/>
            <a:ext cx="50292" cy="97840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44144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A476FF"/>
                </a:solidFill>
                <a:latin typeface="Aptos"/>
              </a:defRPr>
            </a:pPr>
            <a:r>
              <a:t>NAMED PIPE / FIFO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07208"/>
            <a:ext cx="3099816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A pipe with a filesystem name; separate local processes can open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331720"/>
            <a:ext cx="3429000" cy="12344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39327" y="2459736"/>
            <a:ext cx="50292" cy="97840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244144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CA70"/>
                </a:solidFill>
                <a:latin typeface="Aptos"/>
              </a:defRPr>
            </a:pPr>
            <a:r>
              <a:t>MESSAGE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807208"/>
            <a:ext cx="3099816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Stores messages until another process receives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40479"/>
            <a:ext cx="3429000" cy="12344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" y="3968495"/>
            <a:ext cx="50292" cy="97840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950207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59E2A0"/>
                </a:solidFill>
                <a:latin typeface="Aptos"/>
              </a:defRPr>
            </a:pPr>
            <a:r>
              <a:t>SHARED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15967"/>
            <a:ext cx="3099816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Lets processes access a common memory region; synchronization is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840479"/>
            <a:ext cx="3429000" cy="12344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90288" y="3968495"/>
            <a:ext cx="50292" cy="978408"/>
          </a:xfrm>
          <a:prstGeom prst="rect">
            <a:avLst/>
          </a:prstGeom>
          <a:solidFill>
            <a:srgbClr val="FF7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3950207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7089"/>
                </a:solidFill>
                <a:latin typeface="Aptos"/>
              </a:defRPr>
            </a:pPr>
            <a:r>
              <a:t>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315967"/>
            <a:ext cx="3099816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Notify a process that an event has occurred.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840479"/>
            <a:ext cx="3429000" cy="12344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39327" y="3968495"/>
            <a:ext cx="50292" cy="97840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19" y="3950207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30E2C6"/>
                </a:solidFill>
                <a:latin typeface="Aptos"/>
              </a:defRPr>
            </a:pPr>
            <a:r>
              <a:t>SOCKETS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4315967"/>
            <a:ext cx="3099816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Support local communication and, with network sockets, communication across computers.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10241280" cy="2743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600" b="1">
                <a:solidFill>
                  <a:srgbClr val="30E2C6"/>
                </a:solidFill>
                <a:latin typeface="Aptos"/>
              </a:defRPr>
            </a:pPr>
            <a:r>
              <a:t>Selected for this project: NAMED PIPES (FIFOs)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06 / TECHNOLOGY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Why Named Pipes (FIFOs)?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07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636776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1508760"/>
            <a:ext cx="10040111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A FIFO is identified by a path in the filesystem.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350008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221991"/>
            <a:ext cx="10040111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Independent local processes can open the same FIFO path.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063240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2935224"/>
            <a:ext cx="10040111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It provides a simple byte stream for transferring message text.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776472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648456"/>
            <a:ext cx="10040111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Two FIFOs can create two separate one-way channels for a two-way chat.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3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361688"/>
            <a:ext cx="10040111" cy="6766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It is available on Linux and is suitable for an Operating Systems demonstration.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03520"/>
            <a:ext cx="10241280" cy="5943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" y="5431536"/>
            <a:ext cx="50292" cy="33832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413248"/>
            <a:ext cx="99120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1">
                <a:solidFill>
                  <a:srgbClr val="A476FF"/>
                </a:solidFill>
                <a:latin typeface="Aptos"/>
              </a:defRPr>
            </a:pPr>
            <a:r>
              <a:t>DESIGN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79008"/>
            <a:ext cx="9912096" cy="365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FIFO A-to-B carries messages; FIFO B-to-A carries replies.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07 /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2651760" cy="16916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8" y="2139696"/>
            <a:ext cx="50292" cy="143560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21408"/>
            <a:ext cx="232257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PROCESS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2322576" cy="11338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Reads User 1 input</a:t>
            </a:r>
            <a:br/>
            <a:r>
              <a:t>Writes outgoing messages</a:t>
            </a:r>
            <a:br/>
            <a:r>
              <a:t>Displays incoming replies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508760"/>
            <a:ext cx="36118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0248" y="1636776"/>
            <a:ext cx="50292" cy="841247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618488"/>
            <a:ext cx="32826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A476FF"/>
                </a:solidFill>
                <a:latin typeface="Aptos"/>
              </a:defRPr>
            </a:pPr>
            <a:r>
              <a:t>FIFO A →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84248"/>
            <a:ext cx="32826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Carries messages from Process A to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337560"/>
            <a:ext cx="36118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0248" y="3465576"/>
            <a:ext cx="50292" cy="841247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447288"/>
            <a:ext cx="32826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FFCA70"/>
                </a:solidFill>
                <a:latin typeface="Aptos"/>
              </a:defRPr>
            </a:pPr>
            <a:r>
              <a:t>FIFO B →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813048"/>
            <a:ext cx="32826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Carries replies from Process B to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011680"/>
            <a:ext cx="2651760" cy="16916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50808" y="2139696"/>
            <a:ext cx="50292" cy="143560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2121408"/>
            <a:ext cx="232257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59E2A0"/>
                </a:solidFill>
                <a:latin typeface="Aptos"/>
              </a:defRPr>
            </a:pPr>
            <a:r>
              <a:t>PROCESS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487168"/>
            <a:ext cx="2322576" cy="11338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Displays incoming messages</a:t>
            </a:r>
            <a:br/>
            <a:r>
              <a:t>Reads User 2 input</a:t>
            </a:r>
            <a:br/>
            <a:r>
              <a:t>Sends replies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29000" y="2057400"/>
            <a:ext cx="822960" cy="365760"/>
          </a:xfrm>
          <a:prstGeom prst="line">
            <a:avLst/>
          </a:prstGeom>
          <a:ln w="29209">
            <a:solidFill>
              <a:srgbClr val="30E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057400"/>
            <a:ext cx="868680" cy="365760"/>
          </a:xfrm>
          <a:prstGeom prst="line">
            <a:avLst/>
          </a:prstGeom>
          <a:ln w="29209">
            <a:solidFill>
              <a:srgbClr val="30E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863840" y="3246120"/>
            <a:ext cx="868680" cy="548640"/>
          </a:xfrm>
          <a:prstGeom prst="line">
            <a:avLst/>
          </a:prstGeom>
          <a:ln w="29209">
            <a:solidFill>
              <a:srgbClr val="A4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429000" y="3246120"/>
            <a:ext cx="822960" cy="548640"/>
          </a:xfrm>
          <a:prstGeom prst="line">
            <a:avLst/>
          </a:prstGeom>
          <a:ln w="29209">
            <a:solidFill>
              <a:srgbClr val="A4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800" b="1">
                <a:solidFill>
                  <a:srgbClr val="FFCA70"/>
                </a:solidFill>
                <a:latin typeface="Aptos"/>
              </a:defRPr>
            </a:pPr>
            <a:r>
              <a:t>Two FIFOs = two one-way channels = two-way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10241280" cy="2743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200" b="0">
                <a:solidFill>
                  <a:srgbClr val="AFBCD3"/>
                </a:solidFill>
                <a:latin typeface="Aptos"/>
              </a:defRPr>
            </a:pPr>
            <a:r>
              <a:t>The operating system manages access; each process uses a file descriptor.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6667500"/>
            <a:ext cx="8255000" cy="889000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5A82"/>
                </a:solidFill>
              </a:defRPr>
            </a:pPr>
            <a:r>
              <a:t>SEPARATE WEB DEMONSTRATION</a:t>
            </a:r>
          </a:p>
          <a:p>
            <a:pPr>
              <a:spcAft>
                <a:spcPts val="400"/>
              </a:spcAft>
              <a:defRPr sz="1200" b="0">
                <a:solidFill>
                  <a:srgbClr val="1E5A82"/>
                </a:solidFill>
              </a:defRPr>
            </a:pPr>
            <a:r>
              <a:t>Browser at localhost:8000 → POST /message → C backend at localhost:8081 → message printed in backend 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08 /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How the Application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1728216"/>
            <a:ext cx="50292" cy="116128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099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30E2C6"/>
                </a:solidFill>
                <a:latin typeface="Aptos"/>
              </a:defRPr>
            </a:pPr>
            <a:r>
              <a:t>01 • 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75688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Create or verify both FIFO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6002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75887" y="1728216"/>
            <a:ext cx="50292" cy="116128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17099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A476FF"/>
                </a:solidFill>
                <a:latin typeface="Aptos"/>
              </a:defRPr>
            </a:pPr>
            <a:r>
              <a:t>02 •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75688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Run Process A and Process B in separate terminals.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002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10528" y="1728216"/>
            <a:ext cx="50292" cy="116128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7099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CA70"/>
                </a:solidFill>
                <a:latin typeface="Aptos"/>
              </a:defRPr>
            </a:pPr>
            <a:r>
              <a:t>03 •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075688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A user types a message and presses Enter.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6002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45168" y="1728216"/>
            <a:ext cx="50292" cy="116128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17099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59E2A0"/>
                </a:solidFill>
                <a:latin typeface="Aptos"/>
              </a:defRPr>
            </a:pPr>
            <a:r>
              <a:t>04 • 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075688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The sender writes message bytes to its FIFO.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290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1248" y="3557016"/>
            <a:ext cx="50292" cy="116128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35387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30E2C6"/>
                </a:solidFill>
                <a:latin typeface="Aptos"/>
              </a:defRPr>
            </a:pPr>
            <a:r>
              <a:t>05 • 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04487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The receiver reads and displays the message.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4290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75887" y="3557016"/>
            <a:ext cx="50292" cy="116128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0" y="35387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A476FF"/>
                </a:solidFill>
                <a:latin typeface="Aptos"/>
              </a:defRPr>
            </a:pPr>
            <a:r>
              <a:t>06 • REPLY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904487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The second FIFO carries the response.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4290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10528" y="3557016"/>
            <a:ext cx="50292" cy="116128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5387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CA70"/>
                </a:solidFill>
                <a:latin typeface="Aptos"/>
              </a:defRPr>
            </a:pPr>
            <a:r>
              <a:t>07 •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904487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The user enters /quit to end the chat.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3429000"/>
            <a:ext cx="25603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345168" y="3557016"/>
            <a:ext cx="50292" cy="116128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9760" y="3538728"/>
            <a:ext cx="22311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59E2A0"/>
                </a:solidFill>
                <a:latin typeface="Aptos"/>
              </a:defRPr>
            </a:pPr>
            <a:r>
              <a:t>08 • CLEANUP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904487"/>
            <a:ext cx="22311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Close descriptors and remove FIFO files after exit.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300" b="1">
                <a:solidFill>
                  <a:srgbClr val="FF7089"/>
                </a:solidFill>
                <a:latin typeface="Aptos"/>
              </a:defRPr>
            </a:pPr>
            <a:r>
              <a:t>The implementation checks system-call errors; FIFO startup order and receiver-thread behaviour should be explained from the final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09 /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371600"/>
            <a:ext cx="10241280" cy="694944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2688" y="1499616"/>
            <a:ext cx="50292" cy="438912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81328"/>
            <a:ext cx="99120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30E2C6"/>
                </a:solidFill>
                <a:latin typeface="Aptos"/>
              </a:defRPr>
            </a:pPr>
            <a:r>
              <a:t>LINUX / UBUNTU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47088"/>
            <a:ext cx="9912096" cy="1371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Operating environment where the IPC program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212848"/>
            <a:ext cx="10241280" cy="694944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2688" y="2340864"/>
            <a:ext cx="50292" cy="438912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322576"/>
            <a:ext cx="99120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A476FF"/>
                </a:solidFill>
                <a:latin typeface="Aptos"/>
              </a:defRPr>
            </a:pPr>
            <a:r>
              <a:t>C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88336"/>
            <a:ext cx="9912096" cy="1371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Implements the chat logic and system-call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54096"/>
            <a:ext cx="10241280" cy="694944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" y="3182112"/>
            <a:ext cx="50292" cy="438912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163824"/>
            <a:ext cx="99120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CA70"/>
                </a:solidFill>
                <a:latin typeface="Aptos"/>
              </a:defRPr>
            </a:pPr>
            <a:r>
              <a:t>GCC COMPILER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29584"/>
            <a:ext cx="9912096" cy="1371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Compiles the C source code into an executable.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95344"/>
            <a:ext cx="10241280" cy="694944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" y="4023359"/>
            <a:ext cx="50292" cy="438912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005072"/>
            <a:ext cx="99120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59E2A0"/>
                </a:solidFill>
                <a:latin typeface="Aptos"/>
              </a:defRPr>
            </a:pPr>
            <a:r>
              <a:t>NAMED PIPES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70831"/>
            <a:ext cx="9912096" cy="1371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Transfer data between the two independent processes.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36592"/>
            <a:ext cx="10241280" cy="694944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2688" y="4864607"/>
            <a:ext cx="50292" cy="438912"/>
          </a:xfrm>
          <a:prstGeom prst="rect">
            <a:avLst/>
          </a:prstGeom>
          <a:solidFill>
            <a:srgbClr val="FF7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846320"/>
            <a:ext cx="99120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7089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12079"/>
            <a:ext cx="9912096" cy="1371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Runs each process and shows sent/received messages.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806440"/>
            <a:ext cx="10149840" cy="25603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100" b="1">
                <a:solidFill>
                  <a:srgbClr val="30E2C6"/>
                </a:solidFill>
                <a:latin typeface="Aptos"/>
              </a:defRPr>
            </a:pPr>
            <a:r>
              <a:t>Key functions: mkfifo() • open() • read() • write() • close() • pthread_create() (if present in final chat.c)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000" y="6858000"/>
            <a:ext cx="8255000" cy="825500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5A82"/>
                </a:solidFill>
              </a:defRPr>
            </a:pPr>
            <a:r>
              <a:t>WEB COMPONENTS: HTML • CSS • JavaScript • libmicrohttpd</a:t>
            </a:r>
          </a:p>
          <a:p>
            <a:pPr>
              <a:spcAft>
                <a:spcPts val="400"/>
              </a:spcAft>
              <a:defRPr sz="1200" b="0">
                <a:solidFill>
                  <a:srgbClr val="1E5A82"/>
                </a:solidFill>
              </a:defRPr>
            </a:pPr>
            <a:r>
              <a:t>Website: localhost:8000 | C HTTP backend: localhost:8081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10 /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Important Functions and Their 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63040"/>
            <a:ext cx="52120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1591056"/>
            <a:ext cx="50292" cy="841247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48828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30E2C6"/>
                </a:solidFill>
                <a:latin typeface="Aptos"/>
              </a:defRPr>
            </a:pPr>
            <a:r>
              <a:t>mkfifo()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48828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Creates a named pipe at a specified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2120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9088" y="1591056"/>
            <a:ext cx="50292" cy="841247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572768"/>
            <a:ext cx="48828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A476FF"/>
                </a:solidFill>
                <a:latin typeface="Aptos"/>
              </a:defRPr>
            </a:pPr>
            <a:r>
              <a:t>open()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38528"/>
            <a:ext cx="48828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Opens a FIFO and returns a file descriptor.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34640"/>
            <a:ext cx="52120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" y="2962656"/>
            <a:ext cx="50292" cy="841247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944368"/>
            <a:ext cx="48828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FFCA70"/>
                </a:solidFill>
                <a:latin typeface="Aptos"/>
              </a:defRPr>
            </a:pPr>
            <a:r>
              <a:t>pthread_create()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10128"/>
            <a:ext cx="48828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Starts a receiver thread to listen for incoming messages while input is accepted (only if used in the final code).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52120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19088" y="2962656"/>
            <a:ext cx="50292" cy="841247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944368"/>
            <a:ext cx="48828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59E2A0"/>
                </a:solidFill>
                <a:latin typeface="Aptos"/>
              </a:defRPr>
            </a:pPr>
            <a:r>
              <a:t>read()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10128"/>
            <a:ext cx="48828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Reads bytes from the incoming FIFO.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06240"/>
            <a:ext cx="52120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1248" y="4334255"/>
            <a:ext cx="50292" cy="841247"/>
          </a:xfrm>
          <a:prstGeom prst="rect">
            <a:avLst/>
          </a:prstGeom>
          <a:solidFill>
            <a:srgbClr val="FF7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315968"/>
            <a:ext cx="48828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FF7089"/>
                </a:solidFill>
                <a:latin typeface="Aptos"/>
              </a:defRPr>
            </a:pPr>
            <a:r>
              <a:t>write()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81727"/>
            <a:ext cx="48828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Sends bytes through the outgoing FIFO.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06240"/>
            <a:ext cx="5212080" cy="10972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9088" y="4334255"/>
            <a:ext cx="50292" cy="841247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4315968"/>
            <a:ext cx="48828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30E2C6"/>
                </a:solidFill>
                <a:latin typeface="Aptos"/>
              </a:defRPr>
            </a:pPr>
            <a:r>
              <a:t>close() / thread shutdown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81727"/>
            <a:ext cx="4882896" cy="5394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Closes FIFO file descriptors and stops the receiver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11 / CODE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Implementation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08760"/>
            <a:ext cx="5074920" cy="14630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6968" y="1636776"/>
            <a:ext cx="50292" cy="120700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SENDER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84248"/>
            <a:ext cx="4745736" cy="9052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1. Read input using fgets().</a:t>
            </a:r>
            <a:br/>
            <a:r>
              <a:t>2. Add a newline delimiter if needed.</a:t>
            </a:r>
            <a:br/>
            <a:r>
              <a:t>3. Write the message to the outgoing FIFO.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074920" cy="14630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1636776"/>
            <a:ext cx="50292" cy="120700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A476FF"/>
                </a:solidFill>
                <a:latin typeface="Aptos"/>
              </a:defRPr>
            </a:pPr>
            <a:r>
              <a:t>RECEIVER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4745736" cy="9052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1. Read bytes from the incoming FIFO.</a:t>
            </a:r>
            <a:br/>
            <a:r>
              <a:t>2. Collect message text until newline.</a:t>
            </a:r>
            <a:br/>
            <a:r>
              <a:t>3. Display the message to the user.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29000"/>
            <a:ext cx="5074920" cy="14630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968" y="3557016"/>
            <a:ext cx="50292" cy="120700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53872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FFCA70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04487"/>
            <a:ext cx="4745736" cy="9052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Check return values from mkfifo(), open(), read(), and write(). Print useful error messages.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5074920" cy="146304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3557016"/>
            <a:ext cx="50292" cy="120700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53872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59E2A0"/>
                </a:solidFill>
                <a:latin typeface="Aptos"/>
              </a:defRPr>
            </a:pPr>
            <a:r>
              <a:t>SAFE SHUTDOWN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04487"/>
            <a:ext cx="4745736" cy="90525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Use /quit to end the session, close file descriptors, wait for the receiver process, and clean up after both sides stop.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200" b="1">
                <a:solidFill>
                  <a:srgbClr val="FF7089"/>
                </a:solidFill>
                <a:latin typeface="Aptos"/>
              </a:defRPr>
            </a:pPr>
            <a:r>
              <a:t>Message boundaries matter: a FIFO transfers bytes, so the program needs a delimiter or another message-framing rule.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" y="6794500"/>
            <a:ext cx="8255000" cy="952500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E5A82"/>
                </a:solidFill>
              </a:defRPr>
            </a:pPr>
            <a:r>
              <a:t>WEB IMPLEMENTATION</a:t>
            </a:r>
          </a:p>
          <a:p>
            <a:pPr>
              <a:spcAft>
                <a:spcPts val="400"/>
              </a:spcAft>
              <a:defRPr sz="1100" b="0">
                <a:solidFill>
                  <a:srgbClr val="1E5A82"/>
                </a:solidFill>
              </a:defRPr>
            </a:pPr>
            <a:r>
              <a:t>index.html, style.css and script.js form the UI. JavaScript sends JSON to POST /message; server.c parses the message and prints it. Website-to-User-2 FIFO delivery is not confirmed.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12 /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Testing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63040"/>
            <a:ext cx="342900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1591056"/>
            <a:ext cx="50292" cy="125272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30E2C6"/>
                </a:solidFill>
                <a:latin typeface="Aptos"/>
              </a:defRPr>
            </a:pPr>
            <a:r>
              <a:t>TEST 1 • 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309981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A sends “Hello from A”.</a:t>
            </a:r>
            <a:br/>
            <a:r>
              <a:t>Expected: B should display the message.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63040"/>
            <a:ext cx="342900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90288" y="1591056"/>
            <a:ext cx="50292" cy="125272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57276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A476FF"/>
                </a:solidFill>
                <a:latin typeface="Aptos"/>
              </a:defRPr>
            </a:pPr>
            <a:r>
              <a:t>TEST 2 • REPLY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38528"/>
            <a:ext cx="309981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B sends “Hello from B”.</a:t>
            </a:r>
            <a:br/>
            <a:r>
              <a:t>Expected: A should display the reply.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463040"/>
            <a:ext cx="342900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9327" y="1591056"/>
            <a:ext cx="50292" cy="125272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157276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CA70"/>
                </a:solidFill>
                <a:latin typeface="Aptos"/>
              </a:defRPr>
            </a:pPr>
            <a:r>
              <a:t>TEST 3 • MULTIPLE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1938528"/>
            <a:ext cx="309981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Exchange several messages.</a:t>
            </a:r>
            <a:br/>
            <a:r>
              <a:t>Expected: Messages should continue to transfer.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337560"/>
            <a:ext cx="342900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1248" y="3465576"/>
            <a:ext cx="50292" cy="125272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44728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59E2A0"/>
                </a:solidFill>
                <a:latin typeface="Aptos"/>
              </a:defRPr>
            </a:pPr>
            <a:r>
              <a:t>TEST 4 • 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13048"/>
            <a:ext cx="309981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Enter /quit.</a:t>
            </a:r>
            <a:br/>
            <a:r>
              <a:t>Expected: The chat should stop safely.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337560"/>
            <a:ext cx="342900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90288" y="3465576"/>
            <a:ext cx="50292" cy="1252728"/>
          </a:xfrm>
          <a:prstGeom prst="rect">
            <a:avLst/>
          </a:prstGeom>
          <a:solidFill>
            <a:srgbClr val="FF7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344728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FF7089"/>
                </a:solidFill>
                <a:latin typeface="Aptos"/>
              </a:defRPr>
            </a:pPr>
            <a:r>
              <a:t>TEST 5 •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813048"/>
            <a:ext cx="309981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Start the two processes in separate terminals.</a:t>
            </a:r>
            <a:br/>
            <a:r>
              <a:t>Expected: Both endpoints should open their FIFOs.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337560"/>
            <a:ext cx="342900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39327" y="3465576"/>
            <a:ext cx="50292" cy="125272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19" y="3447288"/>
            <a:ext cx="309981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30E2C6"/>
                </a:solidFill>
                <a:latin typeface="Aptos"/>
              </a:defRPr>
            </a:pPr>
            <a:r>
              <a:t>TEST 6 • CLEANUP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3813048"/>
            <a:ext cx="309981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Stop both processes, then remove FIFOs.</a:t>
            </a:r>
            <a:br/>
            <a:r>
              <a:t>Expected: No active chat should be disrupted.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300" b="1">
                <a:solidFill>
                  <a:srgbClr val="FFCA70"/>
                </a:solidFill>
                <a:latin typeface="Aptos"/>
              </a:defRPr>
            </a:pPr>
            <a:r>
              <a:t>Record actual results and capture terminal screenshots after running the application.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000" y="6794500"/>
            <a:ext cx="8255000" cy="825500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E5A82"/>
                </a:solidFill>
              </a:defRPr>
            </a:pPr>
            <a:r>
              <a:t>WEB TESTS: (1) Open localhost:8000. (2) Send a message. (3) Verify name/message appear in the C backend terminal. Keep this separate from the FIFO chat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13 /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Expected Demonstration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08760"/>
            <a:ext cx="5074920" cy="21945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6968" y="1636776"/>
            <a:ext cx="50292" cy="193852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TERMINAL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84248"/>
            <a:ext cx="4745736" cy="16367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IPC CHAT APPLICATION - PROCESS A</a:t>
            </a:r>
            <a:br/>
            <a:r>
              <a:t>[You] Hello from A</a:t>
            </a:r>
            <a:br/>
            <a:r>
              <a:t>[Received] Hello from B</a:t>
            </a:r>
            <a:br/>
            <a:r>
              <a:t>[You] /quit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074920" cy="21945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1636776"/>
            <a:ext cx="50292" cy="193852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A476FF"/>
                </a:solidFill>
                <a:latin typeface="Aptos"/>
              </a:defRPr>
            </a:pPr>
            <a:r>
              <a:t>TERMINAL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4745736" cy="16367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0">
                <a:solidFill>
                  <a:srgbClr val="F5F8FF"/>
                </a:solidFill>
                <a:latin typeface="Aptos"/>
              </a:defRPr>
            </a:pPr>
            <a:r>
              <a:t>IPC CHAT APPLICATION - PROCESS B</a:t>
            </a:r>
            <a:br/>
            <a:r>
              <a:t>[Received] Hello from A</a:t>
            </a:r>
            <a:br/>
            <a:r>
              <a:t>[You] Hello from B</a:t>
            </a:r>
            <a:br/>
            <a:r>
              <a:t>[Chat] The other user ended the chat.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241280" cy="5486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300" b="1">
                <a:solidFill>
                  <a:srgbClr val="FF7089"/>
                </a:solidFill>
                <a:latin typeface="Aptos"/>
              </a:defRPr>
            </a:pPr>
            <a:r>
              <a:t>These are illustrative expected messages. Replace them with screenshots from the actual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37760"/>
            <a:ext cx="10241280" cy="68580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" y="5065776"/>
            <a:ext cx="50292" cy="42976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047488"/>
            <a:ext cx="99120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1">
                <a:solidFill>
                  <a:srgbClr val="59E2A0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13248"/>
            <a:ext cx="9912096" cy="12801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A message sent by one process appears in the other process, and replies travel back through the second FIFO.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6858000"/>
            <a:ext cx="8255000" cy="889000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E5A82"/>
                </a:solidFill>
              </a:defRPr>
            </a:pPr>
            <a:r>
              <a:t>ALSO DEMONSTRATE: Send a message from the website and show it in the C backend terminal. Website-to-User-2 automatic delivery is not verified in this version.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14 /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Benefits and Learning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087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6968" y="1636776"/>
            <a:ext cx="50292" cy="116128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30E2C6"/>
                </a:solidFill>
                <a:latin typeface="Aptos"/>
              </a:defRPr>
            </a:pPr>
            <a:r>
              <a:t>TECHNICAL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842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IPC, FIFO channels, file descriptors, blocking I/O, system-call error handling, HTTP requests, and FIFO-based IPC.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1636776"/>
            <a:ext cx="50292" cy="116128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184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A476FF"/>
                </a:solidFill>
                <a:latin typeface="Aptos"/>
              </a:defRPr>
            </a:pPr>
            <a:r>
              <a:t>PRACTICAL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A local prototype that can be compiled and demonstrated without an external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375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968" y="3465576"/>
            <a:ext cx="50292" cy="116128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4472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FFCA70"/>
                </a:solidFill>
                <a:latin typeface="Aptos"/>
              </a:defRPr>
            </a:pPr>
            <a:r>
              <a:t>TEAMWORK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130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One member can focus on implementation and testing; the other can focus on documentation, demo preparation, and validation—both should understand the full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37560"/>
            <a:ext cx="5074920" cy="141732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3465576"/>
            <a:ext cx="50292" cy="1161288"/>
          </a:xfrm>
          <a:prstGeom prst="rect">
            <a:avLst/>
          </a:prstGeom>
          <a:solidFill>
            <a:srgbClr val="59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447288"/>
            <a:ext cx="47457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500" b="1">
                <a:solidFill>
                  <a:srgbClr val="59E2A0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13048"/>
            <a:ext cx="4745736" cy="85953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Runs in a controlled project directory and cleans up only the FIFO files created for this application.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15 / ENGINEERING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Limitations and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16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545336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417320"/>
            <a:ext cx="10131552" cy="713231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Local communication only: the FIFO prototype is intended for processes on one computer.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295144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167128"/>
            <a:ext cx="10131552" cy="713231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Startup order: opening a FIFO can block until the other endpoint opens it.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044952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916936"/>
            <a:ext cx="10131552" cy="713231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Message boundaries: read() may return fewer bytes than expected, so delimiters must be handled.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794759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66744"/>
            <a:ext cx="10131552" cy="713231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Error handling: permissions, missing paths, and interrupted system calls must be considered.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416552"/>
            <a:ext cx="10131552" cy="713231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Scale: the current design targets two chat processes and plain-text messages.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400" b="1">
                <a:solidFill>
                  <a:srgbClr val="FFCA70"/>
                </a:solidFill>
                <a:latin typeface="Aptos"/>
              </a:defRPr>
            </a:pPr>
            <a:r>
              <a:t>These constraints are useful learning points and can guide future improvements.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20040"/>
            <a:ext cx="7315200" cy="201168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900" b="1">
                <a:solidFill>
                  <a:srgbClr val="30E2C6"/>
                </a:solidFill>
                <a:latin typeface="Aptos"/>
              </a:defRPr>
            </a:pPr>
            <a:r>
              <a:t>16 /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10698480" cy="50292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500" b="1">
                <a:solidFill>
                  <a:srgbClr val="F5F8FF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914400" cy="16459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r">
              <a:defRPr sz="800" b="0">
                <a:solidFill>
                  <a:srgbClr val="AFBCD3"/>
                </a:solidFill>
                <a:latin typeface="Aptos"/>
              </a:defRPr>
            </a:pPr>
            <a:r>
              <a:t>G-10  | 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324612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6968" y="1682495"/>
            <a:ext cx="50292" cy="125272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664207"/>
            <a:ext cx="29169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30E2C6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7"/>
            <a:ext cx="291693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Integrate website-submitted messages with the FIFO chat reliably; add timestamps and persistent chat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54480"/>
            <a:ext cx="324612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98848" y="1682495"/>
            <a:ext cx="50292" cy="125272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664207"/>
            <a:ext cx="29169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A476FF"/>
                </a:solidFill>
                <a:latin typeface="Aptos"/>
              </a:defRPr>
            </a:pPr>
            <a:r>
              <a:t>MULTI-USER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29967"/>
            <a:ext cx="291693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Introduce a coordinator process to manage multiple clients.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246120" cy="150876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0727" y="1682495"/>
            <a:ext cx="50292" cy="125272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1664207"/>
            <a:ext cx="291693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FFCA70"/>
                </a:solidFill>
                <a:latin typeface="Aptos"/>
              </a:defRPr>
            </a:pPr>
            <a:r>
              <a:t>RICHER IPC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029967"/>
            <a:ext cx="2916936" cy="95097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Use Unix domain sockets for local communication or network sockets across computers.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10241280" cy="8229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800" b="1">
                <a:solidFill>
                  <a:srgbClr val="F5F8FF"/>
                </a:solidFill>
                <a:latin typeface="Aptos"/>
              </a:defRPr>
            </a:pPr>
            <a:r>
              <a:t>Future versions could improve usability, scalability, and communication flexibility while retaining the core idea of process-to-process messaging.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6794500"/>
            <a:ext cx="8255000" cy="825500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E5A82"/>
                </a:solidFill>
              </a:defRPr>
            </a:pPr>
            <a:r>
              <a:t>PRIORITY NEXT STEP: connect the web backend to the FIFO receiver with reliable asynchronous delivery; currently these are separate working paths.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27080" y="256032"/>
            <a:ext cx="64008" cy="64008"/>
          </a:xfrm>
          <a:prstGeom prst="ellipse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19688" y="256032"/>
            <a:ext cx="64008" cy="64008"/>
          </a:xfrm>
          <a:prstGeom prst="ellipse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12296" y="256032"/>
            <a:ext cx="64008" cy="64008"/>
          </a:xfrm>
          <a:prstGeom prst="ellipse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685800"/>
            <a:ext cx="5486400" cy="256032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000" b="1">
                <a:solidFill>
                  <a:srgbClr val="30E2C6"/>
                </a:solidFill>
                <a:latin typeface="Aptos"/>
              </a:defRPr>
            </a:pPr>
            <a:r>
              <a:t>17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0241280" cy="10515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"/>
              </a:defRPr>
            </a:pPr>
            <a:r>
              <a:t>FROM SEPARATE PROCESSES</a:t>
            </a:r>
            <a:br/>
            <a:r>
              <a:t>TO A SHARED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3154680" cy="13258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" y="2871216"/>
            <a:ext cx="50292" cy="1069848"/>
          </a:xfrm>
          <a:prstGeom prst="rect">
            <a:avLst/>
          </a:prstGeom>
          <a:solidFill>
            <a:srgbClr val="30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852928"/>
            <a:ext cx="28254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30E2C6"/>
                </a:solidFill>
                <a:latin typeface="Aptos"/>
              </a:defRPr>
            </a:pPr>
            <a:r>
              <a:t>WE UNDERSTOOD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18688"/>
            <a:ext cx="2825496" cy="7680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Why independent processes need IPC.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743200"/>
            <a:ext cx="3154680" cy="13258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44568" y="2871216"/>
            <a:ext cx="50292" cy="1069848"/>
          </a:xfrm>
          <a:prstGeom prst="rect">
            <a:avLst/>
          </a:prstGeom>
          <a:solidFill>
            <a:srgbClr val="A4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852928"/>
            <a:ext cx="28254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A476FF"/>
                </a:solidFill>
                <a:latin typeface="Aptos"/>
              </a:defRPr>
            </a:pPr>
            <a:r>
              <a:t>WE DESIGNED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218688"/>
            <a:ext cx="2825496" cy="7680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Two named pipes for two-way messaging.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3154680" cy="1325880"/>
          </a:xfrm>
          <a:prstGeom prst="roundRect">
            <a:avLst/>
          </a:prstGeom>
          <a:solidFill>
            <a:srgbClr val="151F3A"/>
          </a:solidFill>
          <a:ln w="12700">
            <a:solidFill>
              <a:srgbClr val="22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56448" y="2871216"/>
            <a:ext cx="50292" cy="1069848"/>
          </a:xfrm>
          <a:prstGeom prst="rect">
            <a:avLst/>
          </a:prstGeom>
          <a:solidFill>
            <a:srgbClr val="FFC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852928"/>
            <a:ext cx="2825496" cy="32004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400" b="1">
                <a:solidFill>
                  <a:srgbClr val="FFCA70"/>
                </a:solidFill>
                <a:latin typeface="Aptos"/>
              </a:defRPr>
            </a:pPr>
            <a:r>
              <a:t>WE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18688"/>
            <a:ext cx="2825496" cy="768096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Send, reply, exit, and cleanup scenarios.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2700" b="1">
                <a:solidFill>
                  <a:srgbClr val="30E2C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241280" cy="36576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1300" b="0">
                <a:solidFill>
                  <a:srgbClr val="AFBCD3"/>
                </a:solidFill>
                <a:latin typeface="Aptos"/>
              </a:defRPr>
            </a:pPr>
            <a:r>
              <a:t>Questions?  •  Team G-10  •  K. Akshitha &amp; T. Meghana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</p:spPr>
        <p:txBody>
          <a:bodyPr wrap="square" lIns="36576" tIns="22860" rIns="36576" bIns="18288">
            <a:spAutoFit/>
          </a:bodyPr>
          <a:lstStyle/>
          <a:p>
            <a:pPr algn="ctr">
              <a:defRPr sz="900" b="0">
                <a:solidFill>
                  <a:srgbClr val="AFBCD3"/>
                </a:solidFill>
                <a:latin typeface="Aptos"/>
              </a:defRPr>
            </a:pPr>
            <a:r>
              <a:t>Reference: Linux man-pages — mkfifo(3), open(2), read(2), write(2), close(2), pthread_create(3)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1963</Words>
  <Application>Microsoft Office PowerPoint</Application>
  <PresentationFormat>Widescreen</PresentationFormat>
  <Paragraphs>232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Meghana Sai</dc:creator>
  <cp:keywords/>
  <dc:description>generated using python-pptx</dc:description>
  <cp:lastModifiedBy>Meghana Sai</cp:lastModifiedBy>
  <cp:revision>2</cp:revision>
  <dcterms:created xsi:type="dcterms:W3CDTF">2013-01-27T09:14:16Z</dcterms:created>
  <dcterms:modified xsi:type="dcterms:W3CDTF">2026-10-16T19:19:01Z</dcterms:modified>
  <cp:category/>
</cp:coreProperties>
</file>